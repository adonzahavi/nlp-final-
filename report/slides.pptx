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Subword fertility (tokens per whitespace word)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per word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English</c:v>
                  </c:pt>
                  <c:pt idx="1">
                    <c:v>GPT-4o · Hebrew</c:v>
                  </c:pt>
                  <c:pt idx="2">
                    <c:v>Claude · Hebrew</c:v>
                  </c:pt>
                  <c:pt idx="3">
                    <c:v>LLaMA 3.2 · Hebrew</c:v>
                  </c:pt>
                  <c:pt idx="4">
                    <c:v>Mistral 7B · Hebrew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1.06</c:v>
                </c:pt>
                <c:pt idx="1">
                  <c:v>1.79</c:v>
                </c:pt>
                <c:pt idx="2">
                  <c:v>3.58</c:v>
                </c:pt>
                <c:pt idx="3">
                  <c:v>4.37</c:v>
                </c:pt>
                <c:pt idx="4">
                  <c:v>4.59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5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Morphological Decomposition Still Help LLMs Understand Hebrew?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778240" y="320040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52360" y="320040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0" y="32004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הלכתי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= and + when + I-walked  (one written word)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Or Zahavi  ·  Alon Kremerman  ·  Rafael Yzgeav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NLP Course Final Project, RUNI 2026   ·   github.com/AdonZahavi/NLP-Final-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30 years, Hebrew NLP said: segment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A single Hebrew word can bundle a conjunction, a preposition, the definite article, a stem, and a pronoun. Classic pipelines always split words into morphemes (YAP) before any model saw the text.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760" y="23774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23774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הלכתי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</a:rPr>
              <a:t>“and when I walked” — an entire clause in one token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RQ1  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</a:rPr>
              <a:t>Does explicit morphological segmentation still improve LLM performance on Hebrew tasks?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</a:rPr>
              <a:t>RQ2  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</a:rPr>
              <a:t>(novel) Can prompting — “mentally decompose each word” — substitute for segmentation?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C"/>
                </a:solidFill>
              </a:rPr>
              <a:t>LLMs read text through subword tokenizers trained on raw corpora. Maybe they no longer need our help — maybe our help even hurts.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experiment: 4 models × 3 tasks × 3 conditions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GPT-4o · Claude · LLaMA 3.2 3B · Mistral 7B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43400" y="128016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Sentiment · NLI · Question Answering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38160" y="128016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~22,600 predictions · $10.65 API spend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28600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וכשהלכתי הביתה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segmented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315468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ו כש הלכתי  ה ביתה   (+ note: “this text is morphologically segmented”)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prompt_guided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402336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וכשהלכתי הביתה  + instruction: “Hebrew words bundle prefixes… mentally decompose each word”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Rigor: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identical fixed subsets in every cell (seeded, checksummed) · greedy decoding, zero-shot, frozen weights · every prediction cached &amp; resumable · prompt variant chosen on held-out dev data, never on test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NLI, the headline task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325880"/>
                <a:gridCol w="1143000"/>
                <a:gridCol w="1234440"/>
                <a:gridCol w="1600200"/>
                <a:gridCol w="114300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NLI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segmented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prompt-guided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GPT-4o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0.885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0.846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0.0002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0.857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0.0022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Claude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0.914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0.891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0.017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0.900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−0.014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0.155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LLaMA 3.2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0.459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0.431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−0.028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0.139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0.377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−0.083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&lt;0.0001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Mistral 7B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0.514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0.464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&lt;0.0001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0.479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−0.035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</a:rPr>
                        <a:t>0.0032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Red = statistically significant harm (exact McNemar test).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Sentiment: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no significant effect for any model.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QA: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all four models drop under segmentation — but see the next slide.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No intervention ever significantly beats raw Hebrew — for any model, on any task.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evaluation lied to us — twice.  (I) The QA “collapse”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Under segmentation, QA exact-match seemed to crash. But models were answering correctly — in segmented spelling. Our scorer punished the spaces we ourselves inserted.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</a:rPr>
              <a:t>0.628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raw EM (GPT-4o)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</a:rPr>
              <a:t>0.424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891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segmented EM — apparent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8A5B"/>
                </a:solidFill>
              </a:rPr>
              <a:t>0.600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0467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segmented EM — space-insensitive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429768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 ירושלים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0644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≠ exact match 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429768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בירושלים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Correct answer, segmented spelling → scored wrong. After correction, the drop is significant for only 2 of 4 models.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(II) The reasoning model that went silent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Claude first looked devastated by segmentation: −18.8 NLI points. But Claude thinks before answering — and on unfamiliar input it thought so long it spent its whole token budget, returning EMPTY answers that scored as errors.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</a:rPr>
              <a:t>5.3%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empty responses, raw NLI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167"/>
                </a:solidFill>
              </a:rPr>
              <a:t>26.2%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891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empty responses, segmented NLI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8A5B"/>
                </a:solidFill>
              </a:rPr>
              <a:t>−2.3 pts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04672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C"/>
                </a:solidFill>
              </a:rPr>
              <a:t>real drop after fixing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Lesson 1 (method):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with reasoning models + tight budgets, empty answers silently masquerade as task errors. 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Lesson 2 (science):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</a:rPr>
              <a:t>manipulated input produced ~5× more budget-exhausted responses — evidence of extra processing effort even when accuracy survives.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raw wins: the tokenizer already segments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589520" y="146304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Models never see whole Hebrew words anyway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BPE already fragments Hebrew 2–4× more than English — an implicit segmentation, just not along linguistic lines.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Explicit morphology adds nothing…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…but shifts the input away from the training distribution. Flip analysis: damage is uniform, not concentrated in complex morphology.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…and costs more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Segmented input is 6–18% longer: more compute and API cost for no benefit.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flips: four ways segmentation breaks meaning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 · Meaning changed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raw: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לעולם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segmented:  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ל ה עולם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“never” (idiom) became “to the world”. The segmented hypothesis no longer says what its author wrote.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1792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 · Content word destroyed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raw: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מקורם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segmented:  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מ קורם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“their origin” mis-split into “from” + a non-word — the concept carrying the whole question vanished.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 · Named entity mangled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raw: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וינס ווהן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segmented:  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ו ינס ווהן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Vince Vaughn’s name-initial ו stripped as the conjunction “and”. Segmenters can’t tell names from clitics.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37033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  <p:txBody>
          <a:bodyPr wrap="square" lIns="1778" tIns="1778" rIns="1778" bIns="177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 · No error — still flipped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raw: 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וניגב · הספרים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</a:rPr>
              <a:t>segmented:  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ו ניגב · ה ספרים  (all correct)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Perfect segmentation, meaning intact — the model still flipped. The spacing itself is a distribution shift.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</a:rPr>
              <a:t>Examples: Claude × NLI harmful flips, verified by a native speaker (analysis/flip_annotations.md).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LLMs raw Hebrew.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Segmentation never helps — significantly hurts NLI (3/4 models) and strict-EM QA (4/4; 2/4 after artifact correction).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Prompting about morphology can’t substitute: never helps, and significantly harms GPT-4o, Mistral (NLI) and LLaMA (NLI+QA).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Mechanism: subword tokenizers already segment; explicit morphology = distribution shift + 6–18% extra cost.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Cautionary aside: LLaMA’s small sentiment accuracy gains coincide with falling macro-F1 — likely majority-class drift, not improvement.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Preprocessing wisdom from the statistical era does not transfer to LLMs — “helping” them with linguistic structure can hurt, distort evaluation, and increase processing effort.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332720" y="5760720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72600" y="576072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0" y="576072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הלכתי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github.com/AdonZahavi/NLP-Final-   ·   4 models × 3 tasks × 3 conditions · ~22,600 predictions · $10.65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2026-08-20T13:40:25Z</dcterms:created>
  <dcterms:modified xsi:type="dcterms:W3CDTF">2026-08-20T13:40:25Z</dcterms:modified>
</cp:coreProperties>
</file>